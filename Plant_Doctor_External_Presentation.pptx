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84" r:id="rId2"/>
    <p:sldId id="282" r:id="rId3"/>
    <p:sldId id="269" r:id="rId4"/>
    <p:sldId id="270" r:id="rId5"/>
    <p:sldId id="271" r:id="rId6"/>
    <p:sldId id="272" r:id="rId7"/>
    <p:sldId id="273" r:id="rId8"/>
    <p:sldId id="274" r:id="rId9"/>
    <p:sldId id="276" r:id="rId10"/>
    <p:sldId id="277" r:id="rId11"/>
    <p:sldId id="278" r:id="rId12"/>
    <p:sldId id="281" r:id="rId13"/>
    <p:sldId id="28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2C78B-E3FE-427E-B4F5-5B33884AF60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CB7A6-6321-4E3F-93E7-14002E7B8E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473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C2EBAE-BC3D-52ED-AE30-478ED9AAB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81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CBAC91-01D7-60D4-A575-B4116134E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6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CC3702-73D4-4076-3947-9761F687C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077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E72E2B-A2AD-310F-B26B-6C3209902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431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5C1743-DEBE-1F68-5E0B-426DF65B2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91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0FD443-AD3E-7574-9789-6410ABA84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07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379E6-0D5A-25A3-4E53-E1247B27C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93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38EBC8-36FB-E9DF-791B-DF8A6F71D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87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C64A62-DDFB-2C60-1677-C3503ACF9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493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151192-0CB1-CA68-810C-081F4AD71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78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BB60D2-3E5A-4BD9-EA9E-AC0EEC0F6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2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43C55A-6C8B-A2A5-2B30-8C950745F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69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0BC871-B217-BA5B-BA80-1AA703513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1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 R V P T ✨</cp:lastModifiedBy>
  <cp:revision>2</cp:revision>
  <dcterms:created xsi:type="dcterms:W3CDTF">2013-01-27T09:14:16Z</dcterms:created>
  <dcterms:modified xsi:type="dcterms:W3CDTF">2026-10-26T15:24:30Z</dcterms:modified>
  <cp:category/>
</cp:coreProperties>
</file>